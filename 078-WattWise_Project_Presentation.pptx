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374" r:id="rId4"/>
    <p:sldId id="372" r:id="rId5"/>
    <p:sldId id="373" r:id="rId6"/>
    <p:sldId id="3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DOMAIN: Web-Based Smart Energy Management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TITLE: WattWise – Smart Energy Companion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ACADEMIC YEAR:2026-27</a:t>
            </a:r>
            <a:endParaRPr lang="en-IN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8" y="5228206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PRANATHEE H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241901078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000" b="1" dirty="0" err="1"/>
              <a:t>WattWise</a:t>
            </a:r>
            <a:r>
              <a:rPr sz="2000" b="1" dirty="0"/>
              <a:t> – Smart Energy Companion: </a:t>
            </a:r>
            <a:r>
              <a:rPr sz="2000" dirty="0"/>
              <a:t>a web application that helps households and small businesses understand, track and reduce their electricity consumption.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sz="2000" b="1" dirty="0"/>
              <a:t>Domain: </a:t>
            </a:r>
            <a:r>
              <a:rPr sz="2000" dirty="0"/>
              <a:t>Smart energy management, ready </a:t>
            </a:r>
            <a:r>
              <a:rPr lang="en-US" sz="2000" dirty="0"/>
              <a:t>to </a:t>
            </a:r>
            <a:r>
              <a:rPr sz="2000" dirty="0" err="1"/>
              <a:t>analy</a:t>
            </a:r>
            <a:r>
              <a:rPr lang="en-US" sz="2000" dirty="0" err="1"/>
              <a:t>se</a:t>
            </a:r>
            <a:r>
              <a:rPr sz="2000" dirty="0"/>
              <a:t> and sustainable living.</a:t>
            </a:r>
          </a:p>
          <a:p>
            <a:pPr>
              <a:spcAft>
                <a:spcPts val="800"/>
              </a:spcAft>
            </a:pPr>
            <a:r>
              <a:rPr sz="2000" b="1" dirty="0"/>
              <a:t>Why it matters: </a:t>
            </a:r>
            <a:r>
              <a:rPr sz="2000" dirty="0"/>
              <a:t>Rising electricity costs and carbon emissions demand simple, data-driven tools for everyday users.</a:t>
            </a:r>
          </a:p>
          <a:p>
            <a:pPr>
              <a:spcAft>
                <a:spcPts val="800"/>
              </a:spcAft>
            </a:pPr>
            <a:r>
              <a:rPr sz="2000" b="1" dirty="0"/>
              <a:t>Approach: </a:t>
            </a:r>
            <a:r>
              <a:rPr sz="2000" dirty="0"/>
              <a:t>Converts raw usage data into clear dashboards, insights and actionable saving tips.</a:t>
            </a:r>
          </a:p>
          <a:p>
            <a:pPr>
              <a:spcAft>
                <a:spcPts val="800"/>
              </a:spcAft>
            </a:pPr>
            <a:r>
              <a:rPr sz="2000" b="1" dirty="0"/>
              <a:t>Users: </a:t>
            </a:r>
            <a:r>
              <a:rPr sz="2000" dirty="0"/>
              <a:t>Home owners, tenants, students and small offices.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5961F-8A9B-F95A-BB8A-355C5A483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 b="1"/>
              <a:t>Problem: </a:t>
            </a:r>
            <a:r>
              <a:rPr sz="2000"/>
              <a:t>Consumers see only a monthly bill, with no visibility into which appliances or habits drive their energy cost.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sz="2000" b="1"/>
              <a:t>Gap: </a:t>
            </a:r>
            <a:r>
              <a:rPr sz="2000"/>
              <a:t>Existing tools are complex, costly or require dedicated hardware.</a:t>
            </a:r>
          </a:p>
          <a:p>
            <a:pPr>
              <a:spcAft>
                <a:spcPts val="800"/>
              </a:spcAft>
            </a:pPr>
            <a:r>
              <a:rPr sz="2000" b="1"/>
              <a:t>Objective 1: </a:t>
            </a:r>
            <a:r>
              <a:rPr sz="2000"/>
              <a:t>Provide real-time and historical visualisation of energy usage.</a:t>
            </a:r>
          </a:p>
          <a:p>
            <a:pPr>
              <a:spcAft>
                <a:spcPts val="800"/>
              </a:spcAft>
            </a:pPr>
            <a:r>
              <a:rPr sz="2000" b="1"/>
              <a:t>Objective 2: </a:t>
            </a:r>
            <a:r>
              <a:rPr sz="2000"/>
              <a:t>Estimate cost and carbon footprint from consumption.</a:t>
            </a:r>
          </a:p>
          <a:p>
            <a:pPr>
              <a:spcAft>
                <a:spcPts val="800"/>
              </a:spcAft>
            </a:pPr>
            <a:r>
              <a:rPr sz="2000" b="1"/>
              <a:t>Objective 3: </a:t>
            </a:r>
            <a:r>
              <a:rPr sz="2000"/>
              <a:t>Deliver personalised tips and alerts to cut wasted energy.</a:t>
            </a:r>
          </a:p>
          <a:p>
            <a:pPr>
              <a:spcAft>
                <a:spcPts val="800"/>
              </a:spcAft>
            </a:pPr>
            <a:r>
              <a:rPr sz="2000" b="1"/>
              <a:t>Objective 4: </a:t>
            </a:r>
            <a:r>
              <a:rPr sz="2000"/>
              <a:t>Offer a responsive, easy-to-use interface on any device.</a:t>
            </a: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5649-1329-E9A0-92EE-51560080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600"/>
            <a:ext cx="10748994" cy="4368282"/>
          </a:xfrm>
        </p:spPr>
        <p:txBody>
          <a:bodyPr/>
          <a:lstStyle/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with Vite, HTML5, CSS3 and JavaScript for a responsive, interactive user interface.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cards and an energy consumption bar chart to display estimated usage, electricity bills and appliance-wise consumption.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Browser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save appliance records and Energy Challenge progress. PHP and MySQL backend components are available for further integration.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Electricity consumption and cost estimation using appliance wattage, quantity, usage hours, number of days and tariff per kWh. Includes usage history and energy-saving recommendations.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Code, Node.js,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Git, GitHub and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 analysis → UI design → React component development → calculation logic → local data storage → testing → deployment.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CCD7-6301-746C-76DD-6268EF86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Working prototype of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WattWise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responsive web application for estimating household electricity consumption and cost.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Interactive dashboard displaying total estimated energy usage, electricity bill, tracked appliances and potential savings.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Appliance calculator that estimates energy consumption based on wattage, quantity, usage hours, days and electricity tariff.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Usage history, energy-saving tips and an interactive Energy Challenge to encourage energy awareness.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user authentication with PHP and MySQL, individual user data storage, detailed usage reports and smart-meter integration.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CEEAF-0147-7D02-FA6C-BABC5BEF0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66" y="1784203"/>
            <a:ext cx="9436763" cy="429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</TotalTime>
  <Words>462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Times New Roman</vt:lpstr>
      <vt:lpstr>Verdana</vt:lpstr>
      <vt:lpstr>Wingdings</vt:lpstr>
      <vt:lpstr>Profile</vt:lpstr>
      <vt:lpstr>PowerPoint Presentation</vt:lpstr>
      <vt:lpstr>ABOUT THE PROJECT</vt:lpstr>
      <vt:lpstr>PROBLEM STATEMENT / OBJECTIVE</vt:lpstr>
      <vt:lpstr>TOOLS, TECHNOLOGIES AND IMPLEMENTATION</vt:lpstr>
      <vt:lpstr>PROJECT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Pranathee H</cp:lastModifiedBy>
  <cp:revision>44</cp:revision>
  <dcterms:created xsi:type="dcterms:W3CDTF">2023-08-03T04:32:32Z</dcterms:created>
  <dcterms:modified xsi:type="dcterms:W3CDTF">2026-10-19T18:07:21Z</dcterms:modified>
</cp:coreProperties>
</file>